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Rinan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Automação inteligente de escalas na saúde</a:t>
            </a:r>
          </a:p>
          <a:p>
            <a:r>
              <a:t>Compliance trabalhista em tempo real</a:t>
            </a:r>
          </a:p>
          <a:p>
            <a:r>
              <a:t>Contato: (preencher)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Gestão de plantões ainda é manual e descentralizada</a:t>
            </a:r>
          </a:p>
          <a:p>
            <a:r>
              <a:t>Uso de WhatsApp e papel</a:t>
            </a:r>
          </a:p>
          <a:p>
            <a:r>
              <a:t>Alto risco trabalhista e furos de escala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SaaS para gestão de escalas</a:t>
            </a:r>
          </a:p>
          <a:p>
            <a:r>
              <a:t>App mobile para colaboradores</a:t>
            </a:r>
          </a:p>
          <a:p>
            <a:r>
              <a:t>Dashboard web para gestores</a:t>
            </a:r>
          </a:p>
          <a:p>
            <a:r>
              <a:t>Motor inteligente de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Diferencial Competitivo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Validação automática de interjornada (11h)</a:t>
            </a:r>
          </a:p>
          <a:p>
            <a:r>
              <a:t>Controle de carga horária semanal</a:t>
            </a:r>
          </a:p>
          <a:p>
            <a:r>
              <a:t>Bloqueio de trocas irregulares</a:t>
            </a:r>
          </a:p>
          <a:p>
            <a:r>
              <a:t>Redução do passivo jurídico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Mercado-Alvo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Hospitais</a:t>
            </a:r>
          </a:p>
          <a:p>
            <a:r>
              <a:t>Clínicas 24h</a:t>
            </a:r>
          </a:p>
          <a:p>
            <a:r>
              <a:t>UPAs</a:t>
            </a:r>
          </a:p>
          <a:p>
            <a:r>
              <a:t>Empresas de Home 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Receita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SaaS B2B por assinatura mensal</a:t>
            </a:r>
          </a:p>
          <a:p>
            <a:r>
              <a:t>Plano Standard</a:t>
            </a:r>
          </a:p>
          <a:p>
            <a:r>
              <a:t>Plano Pro</a:t>
            </a:r>
          </a:p>
          <a:p>
            <a:r>
              <a:t>Plano Enterprise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(8 Semanas)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Fase 1: Infraestrutura e dados</a:t>
            </a:r>
          </a:p>
          <a:p>
            <a:r>
              <a:t>Fase 2: Módulo de escalas</a:t>
            </a:r>
          </a:p>
          <a:p>
            <a:r>
              <a:t>Fase 3: Motor de compliance</a:t>
            </a:r>
          </a:p>
          <a:p>
            <a:r>
              <a:t>Fase 4: Painel admin e homologação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Back-end em Python</a:t>
            </a:r>
          </a:p>
          <a:p>
            <a:r>
              <a:t>Banco MariaDB multi-tenant</a:t>
            </a:r>
          </a:p>
          <a:p>
            <a:r>
              <a:t>Front-end Flutter</a:t>
            </a:r>
          </a:p>
          <a:p>
            <a:r>
              <a:t>Infraestrutura Docker e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Foco em clínicas e hospitais médios</a:t>
            </a:r>
          </a:p>
          <a:p>
            <a:r>
              <a:t>Parcerias com grupos de saúde</a:t>
            </a:r>
          </a:p>
          <a:p>
            <a:r>
              <a:t>Venda consultiva B2B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Prioritário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Troca de plantão com validação legal automática</a:t>
            </a:r>
          </a:p>
          <a:p>
            <a:r>
              <a:t>Maior dor do mercado</a:t>
            </a:r>
          </a:p>
          <a:p>
            <a:r>
              <a:t>Maior valor percebido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Rinan Team</a:t>
            </a:r>
          </a:p>
          <a:p>
            <a:r>
              <a:t>Transformando a gestão de plantões na saúde</a:t>
            </a:r>
          </a:p>
          <a:p>
            <a:r>
              <a:t>Contato: (preencher)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